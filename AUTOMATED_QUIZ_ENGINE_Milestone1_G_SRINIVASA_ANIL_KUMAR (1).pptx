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70" r:id="rId14"/>
    <p:sldId id="265" r:id="rId15"/>
  </p:sldIdLst>
  <p:sldSz cx="18288000" cy="10287000"/>
  <p:notesSz cx="6858000" cy="9144000"/>
  <p:embeddedFontLst>
    <p:embeddedFont>
      <p:font typeface="Bookman Old Style" panose="020B0604020202020204" charset="0"/>
      <p:regular r:id="rId16"/>
      <p:bold r:id="rId17"/>
      <p:italic r:id="rId18"/>
      <p:bold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Gotham" panose="020B0604020202020204" charset="0"/>
      <p:regular r:id="rId24"/>
    </p:embeddedFont>
    <p:embeddedFont>
      <p:font typeface="Gotham Bold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7BF3A0-76B3-CCEF-5BF2-21A5D8F8F4C6}" v="19" dt="2026-03-23T05:59:38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B77BF3A0-76B3-CCEF-5BF2-21A5D8F8F4C6}"/>
    <pc:docChg chg="delSld modSld">
      <pc:chgData name="Guest User" userId="" providerId="Windows Live" clId="Web-{B77BF3A0-76B3-CCEF-5BF2-21A5D8F8F4C6}" dt="2026-03-23T05:59:38.662" v="16"/>
      <pc:docMkLst>
        <pc:docMk/>
      </pc:docMkLst>
      <pc:sldChg chg="addSp delSp modSp">
        <pc:chgData name="Guest User" userId="" providerId="Windows Live" clId="Web-{B77BF3A0-76B3-CCEF-5BF2-21A5D8F8F4C6}" dt="2026-03-23T05:59:29.506" v="15" actId="14100"/>
        <pc:sldMkLst>
          <pc:docMk/>
          <pc:sldMk cId="47544820" sldId="267"/>
        </pc:sldMkLst>
        <pc:spChg chg="mod">
          <ac:chgData name="Guest User" userId="" providerId="Windows Live" clId="Web-{B77BF3A0-76B3-CCEF-5BF2-21A5D8F8F4C6}" dt="2026-03-23T05:59:07.787" v="9" actId="1076"/>
          <ac:spMkLst>
            <pc:docMk/>
            <pc:sldMk cId="47544820" sldId="267"/>
            <ac:spMk id="36" creationId="{A7A686B7-4E4C-A5FA-60CD-A6EFF9DEAD82}"/>
          </ac:spMkLst>
        </pc:spChg>
        <pc:grpChg chg="mod">
          <ac:chgData name="Guest User" userId="" providerId="Windows Live" clId="Web-{B77BF3A0-76B3-CCEF-5BF2-21A5D8F8F4C6}" dt="2026-03-23T05:58:39.210" v="4" actId="14100"/>
          <ac:grpSpMkLst>
            <pc:docMk/>
            <pc:sldMk cId="47544820" sldId="267"/>
            <ac:grpSpMk id="35" creationId="{C7CF20EF-980A-2D88-E968-DCB5B8BC6CF8}"/>
          </ac:grpSpMkLst>
        </pc:grpChg>
        <pc:picChg chg="add del mod">
          <ac:chgData name="Guest User" userId="" providerId="Windows Live" clId="Web-{B77BF3A0-76B3-CCEF-5BF2-21A5D8F8F4C6}" dt="2026-03-23T05:58:57.600" v="7"/>
          <ac:picMkLst>
            <pc:docMk/>
            <pc:sldMk cId="47544820" sldId="267"/>
            <ac:picMk id="2" creationId="{59AE0E9F-1CF3-BA42-86AF-32A1A3074561}"/>
          </ac:picMkLst>
        </pc:picChg>
        <pc:picChg chg="add mod">
          <ac:chgData name="Guest User" userId="" providerId="Windows Live" clId="Web-{B77BF3A0-76B3-CCEF-5BF2-21A5D8F8F4C6}" dt="2026-03-23T05:59:29.506" v="15" actId="14100"/>
          <ac:picMkLst>
            <pc:docMk/>
            <pc:sldMk cId="47544820" sldId="267"/>
            <ac:picMk id="3" creationId="{838223A6-C2CE-00B6-899F-BBE8BD596F9A}"/>
          </ac:picMkLst>
        </pc:picChg>
        <pc:picChg chg="del">
          <ac:chgData name="Guest User" userId="" providerId="Windows Live" clId="Web-{B77BF3A0-76B3-CCEF-5BF2-21A5D8F8F4C6}" dt="2026-03-23T05:59:11.787" v="10"/>
          <ac:picMkLst>
            <pc:docMk/>
            <pc:sldMk cId="47544820" sldId="267"/>
            <ac:picMk id="202" creationId="{00000000-0000-0000-0000-000000000000}"/>
          </ac:picMkLst>
        </pc:picChg>
      </pc:sldChg>
      <pc:sldChg chg="del">
        <pc:chgData name="Guest User" userId="" providerId="Windows Live" clId="Web-{B77BF3A0-76B3-CCEF-5BF2-21A5D8F8F4C6}" dt="2026-03-23T05:59:38.662" v="16"/>
        <pc:sldMkLst>
          <pc:docMk/>
          <pc:sldMk cId="84889951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23-03-2026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QUIZ ENGINE WITH PDF CERTIFICATION GENERATION</a:t>
            </a:r>
            <a:endParaRPr lang="en-IN" sz="32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G SRINIVASA ANIL KUMAR – </a:t>
            </a:r>
            <a:r>
              <a:rPr lang="en-US" sz="3000" err="1">
                <a:latin typeface="Cambria" panose="02040503050406030204" pitchFamily="18" charset="0"/>
                <a:ea typeface="Cambria" panose="02040503050406030204" pitchFamily="18" charset="0"/>
              </a:rPr>
              <a:t>VTU26558</a:t>
            </a: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sz="3000" err="1">
                <a:latin typeface="Cambria" panose="02040503050406030204" pitchFamily="18" charset="0"/>
                <a:ea typeface="Cambria" panose="02040503050406030204" pitchFamily="18" charset="0"/>
              </a:rPr>
              <a:t>Reg.No 23UECS1097</a:t>
            </a:r>
            <a:endParaRPr lang="en-IN" sz="3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Dr. ANGELINE LIDYA - Faculty</a:t>
            </a:r>
            <a:endParaRPr lang="en-IN" sz="3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Cambria" panose="02040503050406030204" pitchFamily="18" charset="0"/>
                <a:ea typeface="Cambria" panose="02040503050406030204" pitchFamily="18" charset="0"/>
              </a:rPr>
              <a:t>SDG: SDG 4 – Quality Education</a:t>
            </a:r>
            <a:endParaRPr lang="en-IN" sz="20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/>
              <a:t>The Automated Quiz Engine with PDF Certification Generation is a web-based platform that enables users to test their knowledge across multiple technical domains.</a:t>
            </a:r>
          </a:p>
          <a:p>
            <a:pPr marL="457200" indent="-457200">
              <a:buFontTx/>
              <a:buChar char="-"/>
            </a:pPr>
            <a:r>
              <a:rPr lang="en-US" sz="2800"/>
              <a:t>Traditional assessments are manual, time-consuming, and lack instant feedback — creating a gap in self-learning tools.</a:t>
            </a:r>
          </a:p>
          <a:p>
            <a:pPr marL="457200" indent="-457200">
              <a:buFontTx/>
              <a:buChar char="-"/>
            </a:pPr>
            <a:r>
              <a:rPr lang="en-US" sz="2800"/>
              <a:t>This project provides a fully automated quiz experience with topics like JavaScript, Python, Web Dev, Data Science, Cybersecurity, and General Knowledge.</a:t>
            </a:r>
          </a:p>
          <a:p>
            <a:pPr marL="457200" indent="-457200">
              <a:buFontTx/>
              <a:buChar char="-"/>
            </a:pPr>
            <a:r>
              <a:rPr lang="en-US" sz="2800"/>
              <a:t>Users can set the number of questions and time limits, answer MCQs, and receive a personalized PDF certificate upon successful completion.</a:t>
            </a:r>
          </a:p>
          <a:p>
            <a:pPr marL="457200" indent="-457200">
              <a:buFontTx/>
              <a:buChar char="-"/>
            </a:pPr>
            <a:r>
              <a:rPr lang="en-US" sz="2800"/>
              <a:t>The system uses the Claude AI API to dynamically generate quiz questions, ensuring variety and relevance for every session.</a:t>
            </a:r>
          </a:p>
          <a:p>
            <a:pPr marL="457200" indent="-457200">
              <a:buFontTx/>
              <a:buChar char="-"/>
            </a:pPr>
            <a:r>
              <a:rPr lang="en-US" sz="2800"/>
              <a:t>It aligns with SDG 4 (Quality Education) by making accessible, self-paced knowledge assessment available to learners globally.</a:t>
            </a:r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/>
              <a:t>Most online learning platforms lack a smart, on-demand quiz system that can generate questions dynamically and certify learners instantly.</a:t>
            </a:r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r>
              <a:rPr lang="en-US" sz="2800"/>
              <a:t>Existing quiz tools use static question banks that become predictable and do not adapt to different difficulty levels or topics effectively.</a:t>
            </a:r>
          </a:p>
          <a:p>
            <a:pPr marL="457200" indent="-457200">
              <a:buFontTx/>
              <a:buChar char="-"/>
            </a:pPr>
            <a:r>
              <a:rPr lang="en-US" sz="2800"/>
              <a:t>There is no automated way for learners to receive a proof of accomplishment (certificate) immediately after completing an assessment online.</a:t>
            </a:r>
          </a:p>
          <a:p>
            <a:pPr marL="457200" indent="-457200">
              <a:buFontTx/>
              <a:buChar char="-"/>
            </a:pPr>
            <a:r>
              <a:rPr lang="en-US" sz="2800"/>
              <a:t>This project solves these problems by using AI to auto-generate unique quiz questions per session and automatically produce a personalized PDF certificate on quiz completion.</a:t>
            </a:r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/>
              <a:t>To design and develop an AI-powered automated quiz engine that dynamically generates multiple-choice questions across six technical topics using the Claude API.</a:t>
            </a:r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r>
              <a:rPr lang="en-US" sz="2800"/>
              <a:t>To implement an automated PDF certificate generation system that rewards users with a personalized, downloadable certificate upon achieving a qualifying score in the quiz.</a:t>
            </a:r>
          </a:p>
          <a:p>
            <a:pPr marL="457200" indent="-457200">
              <a:buFontTx/>
              <a:buChar char="-"/>
            </a:pPr>
            <a:r>
              <a:rPr lang="en-US" sz="2800"/>
              <a:t>To improve learner engagement with a timed quiz interface, real-time feedback, score tracking, and topic-wise performance evaluation.</a:t>
            </a:r>
          </a:p>
          <a:p>
            <a:pPr marL="457200" indent="-457200">
              <a:buFontTx/>
              <a:buChar char="-"/>
            </a:pPr>
            <a:r>
              <a:rPr lang="en-US" sz="2800"/>
              <a:t>To evaluate performance of the system in generating accurate, contextually relevant quiz questions across varying difficulty levels and diverse technical domains.</a:t>
            </a:r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/>
              <a:t>An AI-powered web application that auto-generates unique MCQs using Claude API based on selected topic and count.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/>
              <a:t>Six quiz topics: JavaScript, Python, Web Dev, Data Science, Cybersecurity, General Knowledge.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/>
              <a:t>Configurable number of questions and per-question timer for realistic exam simulation.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/>
              <a:t>Instant result display with score, answers, and explanations after completion.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/>
              <a:t>Automated downloadable PDF certificate generated using jsPDF on quiz success.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/>
              <a:t>Fully automated end-to-end: no static question banks or manual certificate issuance needed.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/>
              <a:t>System Architecture Overview:</a:t>
            </a:r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r>
              <a:rPr lang="en-US" sz="2800"/>
              <a:t>Explain: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/>
              <a:t>Input: User selects topic, enters name, sets question count and time per question.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/>
              <a:t>Processing: Claude AI API generates MCQs; frontend handles timer, scoring, and answer validation.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/>
              <a:t>Database: No persistent DB — questions generated dynamically per session via API calls.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/>
              <a:t>Output: Score summary page + personalized PDF certificate generated and downloaded via jsPDF.</a:t>
            </a:r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Workflow / Data Flow:</a:t>
            </a:r>
          </a:p>
          <a:p>
            <a:endParaRPr lang="en-US" sz="2800"/>
          </a:p>
          <a:p>
            <a:pPr marL="457200" indent="-457200">
              <a:buFontTx/>
              <a:buChar char="-"/>
            </a:pPr>
            <a:r>
              <a:rPr lang="en-US" sz="2800"/>
              <a:t>Step 1: User opens the web app, enters their name and selects a quiz topic.</a:t>
            </a:r>
          </a:p>
          <a:p>
            <a:pPr marL="457200" indent="-457200">
              <a:buFontTx/>
              <a:buChar char="-"/>
            </a:pPr>
            <a:r>
              <a:rPr lang="en-US" sz="2800"/>
              <a:t>Step 2: User configures quiz settings (number of questions, time per question) and clicks Start Quiz.</a:t>
            </a:r>
          </a:p>
          <a:p>
            <a:pPr marL="457200" indent="-457200">
              <a:buFontTx/>
              <a:buChar char="-"/>
            </a:pPr>
            <a:r>
              <a:rPr lang="en-US" sz="2800"/>
              <a:t>Step 3: Frontend sends API request to Claude — Claude returns JSON with questions, options, and correct answers.</a:t>
            </a:r>
          </a:p>
          <a:p>
            <a:pPr marL="457200" indent="-457200">
              <a:buFontTx/>
              <a:buChar char="-"/>
            </a:pPr>
            <a:r>
              <a:rPr lang="en-US" sz="2800"/>
              <a:t>Step 4: Quiz engine renders questions one-by-one with countdown timer; user selects answers.</a:t>
            </a:r>
          </a:p>
          <a:p>
            <a:pPr marL="457200" indent="-457200">
              <a:buFontTx/>
              <a:buChar char="-"/>
            </a:pPr>
            <a:r>
              <a:rPr lang="en-US" sz="2800"/>
              <a:t>Step 5: On completion, score is calculated and displayed; if passing score achieved, PDF certificate is auto-generated and downloaded.</a:t>
            </a:r>
          </a:p>
          <a:p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/>
              <a:t>Frontend: HTML5, CSS3, JavaScript (Vanilla JS) — Responsive UI with dark theme, topic cards, timer, and quiz flow.</a:t>
            </a:r>
          </a:p>
          <a:p>
            <a:pPr marL="457200" indent="-457200">
              <a:buFontTx/>
              <a:buChar char="-"/>
            </a:pPr>
            <a:r>
              <a:rPr lang="en-US" sz="2800"/>
              <a:t>Backend: Anthropic Claude AI API (claude-sonnet model) — Dynamically generates MCQs in JSON format via REST API calls.</a:t>
            </a:r>
          </a:p>
          <a:p>
            <a:pPr marL="457200" indent="-457200">
              <a:buFontTx/>
              <a:buChar char="-"/>
            </a:pPr>
            <a:r>
              <a:rPr lang="en-US" sz="2800"/>
              <a:t>Database: None — Stateless design; all quiz data is generated dynamically per session with no persistent storage required.</a:t>
            </a:r>
          </a:p>
          <a:p>
            <a:pPr marL="457200" indent="-457200">
              <a:buFontTx/>
              <a:buChar char="-"/>
            </a:pPr>
            <a:r>
              <a:rPr lang="en-US" sz="2800"/>
              <a:t>Tools: jsPDF (PDF certificate generation), VS Code (IDE), Git &amp; GitHub (version control), Live Server (local testing).</a:t>
            </a:r>
          </a:p>
          <a:p>
            <a:pPr marL="457200" indent="-457200">
              <a:buFontTx/>
              <a:buChar char="-"/>
            </a:pPr>
            <a:r>
              <a:rPr lang="en-US" sz="2800"/>
              <a:t>Hardware/Software Requirements: Any modern web browser (Chrome/Firefox/Edge), Internet connection for API calls, OS: Windows/macOS/Linux.</a:t>
            </a:r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/>
          </a:p>
          <a:p>
            <a:endParaRPr lang="en-IN" sz="2800"/>
          </a:p>
          <a:p>
            <a:r>
              <a:rPr lang="en-IN" sz="2800" b="1"/>
              <a:t>Module 1: Topic Selection &amp; Configuration</a:t>
            </a:r>
          </a:p>
          <a:p>
            <a:r>
              <a:rPr lang="en-IN" sz="2800"/>
              <a:t>Allows users to enter their name, choose from 6 quiz topics, set number of questions (5/10/15/20), and configure time per question.</a:t>
            </a:r>
          </a:p>
          <a:p>
            <a:r>
              <a:rPr lang="en-IN" sz="2800" b="1"/>
              <a:t>Module 2: AI Question Generation</a:t>
            </a:r>
          </a:p>
          <a:p>
            <a:r>
              <a:rPr lang="en-IN" sz="2800"/>
              <a:t>Sends a structured prompt to the Claude API and receives dynamically generated MCQs in JSON format with 4 options and correct answers.</a:t>
            </a:r>
          </a:p>
          <a:p>
            <a:r>
              <a:rPr lang="en-IN" sz="2800" b="1"/>
              <a:t>Module 3: Quiz Engine &amp; Scoring</a:t>
            </a:r>
          </a:p>
          <a:p>
            <a:r>
              <a:rPr lang="en-IN" sz="2800"/>
              <a:t>Renders questions with countdown timer, validates selected answers, highlights correct/incorrect responses, and calculates final score.</a:t>
            </a:r>
          </a:p>
          <a:p>
            <a:r>
              <a:rPr lang="en-IN" sz="2800" b="1"/>
              <a:t>Module 4: PDF Certificate Generation</a:t>
            </a:r>
          </a:p>
          <a:p>
            <a:r>
              <a:rPr lang="en-IN" sz="2800"/>
              <a:t>Uses jsPDF library to generate a personalized, styled certificate with user name, topic, score percentage, and date — auto-downloaded on quiz success.</a:t>
            </a:r>
          </a:p>
          <a:p>
            <a:endParaRPr lang="en-IN" sz="2800"/>
          </a:p>
          <a:p>
            <a:endParaRPr lang="en-IN" sz="2800"/>
          </a:p>
          <a:p>
            <a:endParaRPr lang="en-IN" sz="2800"/>
          </a:p>
          <a:p>
            <a:endParaRPr lang="en-IN" sz="2800"/>
          </a:p>
          <a:p>
            <a:endParaRPr lang="en-IN" sz="2800"/>
          </a:p>
          <a:p>
            <a:endParaRPr lang="en-IN" sz="2800"/>
          </a:p>
          <a:p>
            <a:endParaRPr lang="en-IN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609600" y="5500000"/>
            <a:ext cx="170184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/>
              <a:t>Screenshot 1: Topic Selection Page</a:t>
            </a:r>
          </a:p>
          <a:p>
            <a:pPr marL="457200" indent="-457200">
              <a:buFontTx/>
              <a:buChar char="-"/>
            </a:pPr>
            <a:r>
              <a:rPr lang="en-US" sz="2800"/>
              <a:t>The home screen of the Automated Quiz Engine — users choose a topic (JavaScript, Python, Web Dev, Data Science, Cybersecurity, General Knowledge), select the number of questions, and set the time per question before starting the quiz.</a:t>
            </a:r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pic>
        <p:nvPicPr>
          <p:cNvPr id="200" name="Screenshot1"/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" y="1350000"/>
            <a:ext cx="17018400" cy="4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609600" y="5500000"/>
            <a:ext cx="170184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/>
              <a:t>Screenshot 2: Quiz In Progress</a:t>
            </a:r>
          </a:p>
          <a:p>
            <a:pPr marL="457200" indent="-457200">
              <a:buFontTx/>
              <a:buChar char="-"/>
            </a:pPr>
            <a:r>
              <a:rPr lang="en-US" sz="2800"/>
              <a:t>Active quiz session showing a timed MCQ question. The countdown timer is visible, answer options are highlighted on selection, and the user can navigate through questions with instant visual feedback.</a:t>
            </a:r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pic>
        <p:nvPicPr>
          <p:cNvPr id="201" name="Screenshot2"/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" y="1350000"/>
            <a:ext cx="17018400" cy="4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-3591218" y="-1462494"/>
            <a:ext cx="31505793" cy="13659850"/>
            <a:chOff x="-6463" y="-76417"/>
            <a:chExt cx="812800" cy="813017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-6463" y="-76417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/>
              <a:t>Screenshot 3: Quiz Results Page</a:t>
            </a:r>
          </a:p>
          <a:p>
            <a:pPr marL="457200" indent="-457200">
              <a:buFontTx/>
              <a:buChar char="-"/>
            </a:pPr>
            <a:r>
              <a:rPr lang="en-US" sz="2800"/>
              <a:t>Results screen showing the user's final score, percentage, correct vs incorrect answers breakdown, and detailed explanations for each question — helping users understand mistakes and learn effectively.</a:t>
            </a:r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pic>
        <p:nvPicPr>
          <p:cNvPr id="3" name="Picture 2" descr="A certificate of achievement with yellow text&#10;&#10;AI-generated content may be incorrect.">
            <a:extLst>
              <a:ext uri="{FF2B5EF4-FFF2-40B4-BE49-F238E27FC236}">
                <a16:creationId xmlns:a16="http://schemas.microsoft.com/office/drawing/2014/main" id="{838223A6-C2CE-00B6-899F-BBE8BD596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022" y="1641759"/>
            <a:ext cx="15294670" cy="803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" name="ContentBox 300"/>
          <p:cNvSpPr txBox="1"/>
          <p:nvPr/>
        </p:nvSpPr>
        <p:spPr>
          <a:xfrm>
            <a:off x="304800" y="1200000"/>
            <a:ext cx="8800000" cy="5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6600"/>
                </a:solidFill>
              </a:rPr>
              <a:t>ADVANTAGES</a:t>
            </a:r>
          </a:p>
          <a:p>
            <a:pPr marL="457200" indent="-457200">
              <a:buFontTx/>
              <a:buChar char="✓"/>
            </a:pPr>
            <a:r>
              <a:rPr lang="en-US" sz="2000"/>
              <a:t>Dynamic AI question generation ensures fresh, unique questions every session — no repetition.</a:t>
            </a:r>
          </a:p>
          <a:p>
            <a:pPr marL="457200" indent="-457200">
              <a:buFontTx/>
              <a:buChar char="✓"/>
            </a:pPr>
            <a:r>
              <a:rPr lang="en-US" sz="2000"/>
              <a:t>Instant PDF certificate generation eliminates manual issuance and provides immediate gratification.</a:t>
            </a:r>
          </a:p>
          <a:p>
            <a:pPr marL="457200" indent="-457200">
              <a:buFontTx/>
              <a:buChar char="✓"/>
            </a:pPr>
            <a:r>
              <a:rPr lang="en-US" sz="2000"/>
              <a:t>Fully browser-based — no installation required; accessible from any device with internet.</a:t>
            </a:r>
          </a:p>
          <a:p>
            <a:pPr marL="457200" indent="-457200">
              <a:buFontTx/>
              <a:buChar char="✓"/>
            </a:pPr>
            <a:r>
              <a:rPr lang="en-US" sz="2000"/>
              <a:t>Configurable question count and timer supports varied difficulty levels and learning needs.</a:t>
            </a:r>
          </a:p>
          <a:p>
            <a:pPr marL="457200" indent="-457200">
              <a:buFontTx/>
              <a:buChar char="✓"/>
            </a:pPr>
            <a:r>
              <a:rPr lang="en-US" sz="2000"/>
              <a:t>Covers 6 diverse technical topics, making it a versatile self-assessment tool for CS students.</a:t>
            </a:r>
          </a:p>
        </p:txBody>
      </p:sp>
      <p:sp>
        <p:nvSpPr>
          <p:cNvPr id="301" name="ContentBox 301"/>
          <p:cNvSpPr txBox="1"/>
          <p:nvPr/>
        </p:nvSpPr>
        <p:spPr>
          <a:xfrm>
            <a:off x="9500000" y="1200000"/>
            <a:ext cx="8700000" cy="5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C0000"/>
                </a:solidFill>
              </a:rPr>
              <a:t>LIMITATIONS</a:t>
            </a:r>
          </a:p>
          <a:p>
            <a:pPr marL="457200" indent="-457200">
              <a:buFontTx/>
              <a:buChar char="✗"/>
            </a:pPr>
            <a:r>
              <a:rPr lang="en-US" sz="2000"/>
              <a:t>Requires active internet connection — offline mode not supported as questions depend on the Claude API.</a:t>
            </a:r>
          </a:p>
          <a:p>
            <a:pPr marL="457200" indent="-457200">
              <a:buFontTx/>
              <a:buChar char="✗"/>
            </a:pPr>
            <a:r>
              <a:rPr lang="en-US" sz="2000"/>
              <a:t>API latency may cause slight delays during question loading, especially under high traffic.</a:t>
            </a:r>
          </a:p>
          <a:p>
            <a:pPr marL="457200" indent="-457200">
              <a:buFontTx/>
              <a:buChar char="✗"/>
            </a:pPr>
            <a:r>
              <a:rPr lang="en-US" sz="2000"/>
              <a:t>No user authentication or progress tracking — quiz history is not persisted across sessions.</a:t>
            </a:r>
          </a:p>
          <a:p>
            <a:pPr marL="457200" indent="-457200">
              <a:buFontTx/>
              <a:buChar char="✗"/>
            </a:pPr>
            <a:r>
              <a:rPr lang="en-US" sz="2000"/>
              <a:t>Certificate generation is purely cosmetic — not linked to any institutional verification system.</a:t>
            </a:r>
          </a:p>
          <a:p>
            <a:pPr marL="457200" indent="-457200">
              <a:buFontTx/>
              <a:buChar char="✗"/>
            </a:pPr>
            <a:r>
              <a:rPr lang="en-US" sz="2000"/>
              <a:t>API usage cost may limit scalability for large-scale deployment without a backend proxy.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revision>1</cp:revision>
  <dcterms:created xsi:type="dcterms:W3CDTF">2006-08-16T00:00:00Z</dcterms:created>
  <dcterms:modified xsi:type="dcterms:W3CDTF">2026-03-23T06:00:14Z</dcterms:modified>
  <dc:identifier>DAHCaYqJ9OU</dc:identifier>
</cp:coreProperties>
</file>